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63" r:id="rId2"/>
    <p:sldId id="262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82" autoAdjust="0"/>
    <p:restoredTop sz="95741" autoAdjust="0"/>
  </p:normalViewPr>
  <p:slideViewPr>
    <p:cSldViewPr snapToGrid="0" snapToObjects="1" showGuides="1">
      <p:cViewPr varScale="1">
        <p:scale>
          <a:sx n="161" d="100"/>
          <a:sy n="161" d="100"/>
        </p:scale>
        <p:origin x="632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E94BE0-8F8E-FD43-B0D1-FA365332A3E2}" type="datetimeFigureOut">
              <a:rPr lang="en-AU" smtClean="0"/>
              <a:t>28/3/2026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EFB335-F65A-AE4F-AD38-32DB2E391E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4003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1C5B-8988-D146-9810-B33E77EA58C7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9072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91C5B-8988-D146-9810-B33E77EA58C7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9780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direct fix is to replace </a:t>
            </a:r>
            <a:r>
              <a:rPr lang="en-AU" dirty="0" err="1"/>
              <a:t>java.util.Random</a:t>
            </a:r>
            <a:r>
              <a:rPr lang="en-AU" dirty="0"/>
              <a:t> with </a:t>
            </a:r>
            <a:r>
              <a:rPr lang="en-AU" dirty="0" err="1"/>
              <a:t>SecureRandom</a:t>
            </a:r>
            <a:r>
              <a:rPr lang="en-AU" dirty="0"/>
              <a:t>, </a:t>
            </a:r>
          </a:p>
          <a:p>
            <a:r>
              <a:rPr lang="en-AU" dirty="0"/>
              <a:t>because session tokens are security-sensitive and need stronger unpredictability.</a:t>
            </a:r>
          </a:p>
          <a:p>
            <a:endParaRPr lang="en-AU" dirty="0"/>
          </a:p>
          <a:p>
            <a:r>
              <a:rPr lang="en-AU" dirty="0"/>
              <a:t>A better design is to avoid generating session tokens on the client side. </a:t>
            </a:r>
          </a:p>
          <a:p>
            <a:r>
              <a:rPr lang="en-AU" dirty="0"/>
              <a:t>In real applications, tokens should be created and validated by a trusted server.</a:t>
            </a:r>
          </a:p>
          <a:p>
            <a:endParaRPr lang="en-AU" dirty="0"/>
          </a:p>
          <a:p>
            <a:r>
              <a:rPr lang="en-AU" dirty="0"/>
              <a:t>So overall, the issue is that the token generation method doesn't match its security role, </a:t>
            </a:r>
          </a:p>
          <a:p>
            <a:r>
              <a:rPr lang="en-AU" dirty="0"/>
              <a:t>and this can be fixed by using a secure random source and better session design. </a:t>
            </a:r>
          </a:p>
          <a:p>
            <a:endParaRPr lang="en-AU" dirty="0"/>
          </a:p>
          <a:p>
            <a:r>
              <a:rPr lang="en-AU" dirty="0" err="1"/>
              <a:t>Thats</a:t>
            </a:r>
            <a:r>
              <a:rPr lang="en-AU" dirty="0"/>
              <a:t> all for our presentation.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FB335-F65A-AE4F-AD38-32DB2E391E0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8563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 panose="020B0604020202020204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 panose="020B0604020202020204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 panose="020B0604020202020204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png"/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55" name="音频 54">
            <a:extLst>
              <a:ext uri="{FF2B5EF4-FFF2-40B4-BE49-F238E27FC236}">
                <a16:creationId xmlns:a16="http://schemas.microsoft.com/office/drawing/2014/main" id="{4A0925A5-0026-E572-C693-D03A7F53E4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253"/>
    </mc:Choice>
    <mc:Fallback xmlns="">
      <p:transition spd="slow" advTm="262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170" name="音频 169">
            <a:extLst>
              <a:ext uri="{FF2B5EF4-FFF2-40B4-BE49-F238E27FC236}">
                <a16:creationId xmlns:a16="http://schemas.microsoft.com/office/drawing/2014/main" id="{D4799F42-2FCE-A6E1-4A9D-797CBC3D9F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017"/>
    </mc:Choice>
    <mc:Fallback xmlns="">
      <p:transition spd="slow" advTm="340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png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" name="音频 27"/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833"/>
    </mc:Choice>
    <mc:Fallback xmlns="">
      <p:transition spd="slow" advTm="548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5995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68005" y="4349750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5448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-51435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7500" t="-55469" r="-137500" b="-55469"/>
          <a:stretch>
            <a:fillRect/>
          </a:stretch>
        </p:blipFill>
        <p:spPr>
          <a:xfrm>
            <a:off x="6858000" y="3857625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968"/>
    </mc:Choice>
    <mc:Fallback xmlns="">
      <p:transition spd="slow" advTm="539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44E41F2B-9C2B-154F-9280-2A6072D31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67"/>
            <a:ext cx="9144000" cy="5139765"/>
          </a:xfrm>
          <a:prstGeom prst="rect">
            <a:avLst/>
          </a:prstGeom>
        </p:spPr>
      </p:pic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FEC03A67-072B-D749-82F1-867FB2FEBF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906"/>
    </mc:Choice>
    <mc:Fallback xmlns="">
      <p:transition spd="slow" advTm="439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98</Words>
  <Application>Microsoft Macintosh PowerPoint</Application>
  <PresentationFormat>全屏显示(16:9)</PresentationFormat>
  <Paragraphs>13</Paragraphs>
  <Slides>6</Slides>
  <Notes>3</Notes>
  <HiddenSlides>0</HiddenSlides>
  <MMClips>6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Ge Gao</cp:lastModifiedBy>
  <cp:revision>8</cp:revision>
  <dcterms:created xsi:type="dcterms:W3CDTF">2026-03-26T04:43:00Z</dcterms:created>
  <dcterms:modified xsi:type="dcterms:W3CDTF">2026-03-28T04:15:51Z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88922F0387A44E22B49DA48927789332_13</vt:lpwstr>
  </property>
</Properties>
</file>